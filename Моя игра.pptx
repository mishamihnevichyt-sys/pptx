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457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9949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7346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3391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8786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2969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3114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4924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5071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3167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92702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4006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23820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8018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21192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11272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6893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F334C-C41A-4772-851E-97A496078237}" type="datetimeFigureOut">
              <a:rPr lang="ru-BY" smtClean="0"/>
              <a:t>18.01.2026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52205-7C3C-41F8-8F1F-088E595C28F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63465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D2EE0-04EC-5C56-1FBD-5C146DA33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Моя игра</a:t>
            </a:r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DA2E2D-908C-3498-FF91-C739069A6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защита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10867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 </a:t>
            </a:r>
            <a:r>
              <a:rPr lang="ru-RU" sz="2000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r>
              <a:rPr lang="ru-RU" dirty="0"/>
              <a:t> Ии</a:t>
            </a:r>
            <a:r>
              <a:rPr lang="en-US" dirty="0"/>
              <a:t> </a:t>
            </a:r>
            <a:endParaRPr lang="ru-B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5. дизайн</a:t>
            </a:r>
            <a:endParaRPr lang="ru-B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AA41C-5746-1707-9881-EF387FEBC954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699007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762649" y="875154"/>
            <a:ext cx="52453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1. </a:t>
            </a:r>
            <a:r>
              <a:rPr lang="ru-RU" sz="6000" dirty="0"/>
              <a:t>Настройки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83EF5-F4A2-F593-B38F-BB532F02BCBF}"/>
              </a:ext>
            </a:extLst>
          </p:cNvPr>
          <p:cNvSpPr txBox="1"/>
          <p:nvPr/>
        </p:nvSpPr>
        <p:spPr>
          <a:xfrm>
            <a:off x="828136" y="2355011"/>
            <a:ext cx="60902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Возможность настраивать время игры и параметры искусственного интеллекта</a:t>
            </a:r>
            <a:r>
              <a:rPr lang="en-US" sz="4000" dirty="0"/>
              <a:t>.</a:t>
            </a:r>
            <a:endParaRPr lang="ru-BY" sz="4000" dirty="0"/>
          </a:p>
        </p:txBody>
      </p:sp>
      <p:pic>
        <p:nvPicPr>
          <p:cNvPr id="11" name="Объект 5" descr="Изображение выглядит как текст, снимок экрана, Шрифт, линия">
            <a:extLst>
              <a:ext uri="{FF2B5EF4-FFF2-40B4-BE49-F238E27FC236}">
                <a16:creationId xmlns:a16="http://schemas.microsoft.com/office/drawing/2014/main" id="{D4837613-1D86-9783-1968-DFA3F2CE6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701" y="2354487"/>
            <a:ext cx="5040853" cy="137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05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r>
              <a:rPr lang="ru-RU" dirty="0"/>
              <a:t> Ии</a:t>
            </a:r>
            <a:r>
              <a:rPr lang="en-US" dirty="0"/>
              <a:t> </a:t>
            </a:r>
            <a:endParaRPr lang="ru-B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5. дизайн</a:t>
            </a:r>
            <a:endParaRPr lang="ru-B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84AF2-DA04-7F29-80FB-3576B019164E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4223533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8708366" y="953856"/>
            <a:ext cx="2712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2.</a:t>
            </a:r>
            <a:r>
              <a:rPr lang="ru-RU" sz="7200" dirty="0"/>
              <a:t> Ии</a:t>
            </a:r>
            <a:r>
              <a:rPr lang="en-US" sz="7200" dirty="0"/>
              <a:t> </a:t>
            </a:r>
            <a:endParaRPr lang="ru-BY" sz="7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2479B-DAD2-90E0-0735-45C2AB1AF4B1}"/>
              </a:ext>
            </a:extLst>
          </p:cNvPr>
          <p:cNvSpPr txBox="1"/>
          <p:nvPr/>
        </p:nvSpPr>
        <p:spPr>
          <a:xfrm>
            <a:off x="629728" y="2544793"/>
            <a:ext cx="58142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Автоматически нажимает на квадратики. И имеет настройку скорости(чем число в поле меньше, тем он быстрее).</a:t>
            </a:r>
            <a:endParaRPr lang="ru-BY" sz="3200" dirty="0"/>
          </a:p>
        </p:txBody>
      </p:sp>
      <p:pic>
        <p:nvPicPr>
          <p:cNvPr id="12" name="Рисунок 11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81110DD-BB04-6BEB-C9BC-045083498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356" y="2707359"/>
            <a:ext cx="3197332" cy="13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45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2.</a:t>
            </a:r>
            <a:r>
              <a:rPr lang="ru-RU" strike="sngStrike" dirty="0"/>
              <a:t> Ии</a:t>
            </a:r>
            <a:r>
              <a:rPr lang="en-US" strike="sngStrike" dirty="0"/>
              <a:t> </a:t>
            </a:r>
            <a:endParaRPr lang="ru-BY" strike="sngStri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5. дизайн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17ED4-5EDA-C933-5F64-F4BF4DA44262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893322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564701" y="1102280"/>
            <a:ext cx="5556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/>
              <a:t>3. Подсчет очков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8EBA5-1154-05CA-19A2-0AAC07238A9C}"/>
              </a:ext>
            </a:extLst>
          </p:cNvPr>
          <p:cNvSpPr txBox="1"/>
          <p:nvPr/>
        </p:nvSpPr>
        <p:spPr>
          <a:xfrm>
            <a:off x="669845" y="2185415"/>
            <a:ext cx="45857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игре сделана механика очков. При нажатии на квадратик прибавляется 1 очко, при промахе отнимается 2 очка.</a:t>
            </a:r>
          </a:p>
          <a:p>
            <a:r>
              <a:rPr lang="ru-RU" sz="2800" dirty="0"/>
              <a:t>Потом высвечивается окно с очками.</a:t>
            </a:r>
            <a:endParaRPr lang="ru-BY" sz="2800" dirty="0"/>
          </a:p>
        </p:txBody>
      </p:sp>
      <p:pic>
        <p:nvPicPr>
          <p:cNvPr id="12" name="msedge_oerfpgoxBh">
            <a:hlinkClick r:id="" action="ppaction://media"/>
            <a:extLst>
              <a:ext uri="{FF2B5EF4-FFF2-40B4-BE49-F238E27FC236}">
                <a16:creationId xmlns:a16="http://schemas.microsoft.com/office/drawing/2014/main" id="{DE89E6B6-DEC8-7B23-AF46-D8342F96BD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63852" y="2405849"/>
            <a:ext cx="3117749" cy="424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58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2.</a:t>
            </a:r>
            <a:r>
              <a:rPr lang="ru-RU" strike="sngStrike" dirty="0"/>
              <a:t> Ии</a:t>
            </a:r>
            <a:r>
              <a:rPr lang="en-US" strike="sngStrike" dirty="0"/>
              <a:t> </a:t>
            </a:r>
            <a:endParaRPr lang="ru-BY" strike="sngStri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5. дизайн</a:t>
            </a:r>
            <a:endParaRPr lang="ru-B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CD118-8A59-F458-3407-8585360AEFE5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155024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5540820" y="887643"/>
            <a:ext cx="6651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4. Перемещение кубика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130FB-3ECC-1FB5-17BB-3A2940317B90}"/>
              </a:ext>
            </a:extLst>
          </p:cNvPr>
          <p:cNvSpPr txBox="1"/>
          <p:nvPr/>
        </p:nvSpPr>
        <p:spPr>
          <a:xfrm>
            <a:off x="517584" y="2147977"/>
            <a:ext cx="47531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При нажатии на квадрат он исчезает и перемещается в другое место в пределах области.</a:t>
            </a:r>
            <a:endParaRPr lang="ru-BY" sz="3600" dirty="0"/>
          </a:p>
        </p:txBody>
      </p:sp>
      <p:pic>
        <p:nvPicPr>
          <p:cNvPr id="12" name="msedge_JX15z4U94P">
            <a:hlinkClick r:id="" action="ppaction://media"/>
            <a:extLst>
              <a:ext uri="{FF2B5EF4-FFF2-40B4-BE49-F238E27FC236}">
                <a16:creationId xmlns:a16="http://schemas.microsoft.com/office/drawing/2014/main" id="{5292B6D1-3695-C02E-3E2F-1611F474DF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76283" y="2554037"/>
            <a:ext cx="3416321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97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2.</a:t>
            </a:r>
            <a:r>
              <a:rPr lang="ru-RU" strike="sngStrike" dirty="0"/>
              <a:t> Ии</a:t>
            </a:r>
            <a:r>
              <a:rPr lang="en-US" strike="sngStrike" dirty="0"/>
              <a:t> </a:t>
            </a:r>
            <a:endParaRPr lang="ru-BY" strike="sngStri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5. дизайн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24A10-E762-258E-CBFE-7A9F4AAE81E2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859221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7735019" y="778030"/>
            <a:ext cx="41435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/>
              <a:t>5. дизайн</a:t>
            </a:r>
            <a:endParaRPr lang="ru-BY" sz="6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2D52D-8B43-DF95-6729-8D106908BB6B}"/>
              </a:ext>
            </a:extLst>
          </p:cNvPr>
          <p:cNvSpPr txBox="1"/>
          <p:nvPr/>
        </p:nvSpPr>
        <p:spPr>
          <a:xfrm>
            <a:off x="905774" y="2363638"/>
            <a:ext cx="4934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Игра как будто пиксельная.</a:t>
            </a:r>
          </a:p>
          <a:p>
            <a:r>
              <a:rPr lang="ru-RU" dirty="0"/>
              <a:t>В игре есть:</a:t>
            </a:r>
          </a:p>
          <a:p>
            <a:pPr marL="342900" indent="-342900">
              <a:buAutoNum type="arabicPeriod"/>
            </a:pPr>
            <a:r>
              <a:rPr lang="ru-RU" dirty="0"/>
              <a:t>Пиксельный фон.</a:t>
            </a:r>
          </a:p>
          <a:p>
            <a:pPr marL="342900" indent="-342900">
              <a:buAutoNum type="arabicPeriod"/>
            </a:pPr>
            <a:r>
              <a:rPr lang="ru-RU" dirty="0"/>
              <a:t>Квадрат сделан как пиксель.</a:t>
            </a:r>
          </a:p>
          <a:p>
            <a:r>
              <a:rPr lang="ru-RU" dirty="0"/>
              <a:t>3.  При промахе фон области заменяется на красный.</a:t>
            </a:r>
          </a:p>
          <a:p>
            <a:pPr marL="342900" indent="-342900">
              <a:buAutoNum type="arabicPeriod" startAt="4"/>
            </a:pPr>
            <a:r>
              <a:rPr lang="ru-RU" dirty="0"/>
              <a:t>Если ты проиграл то фон заменится на красный.</a:t>
            </a:r>
          </a:p>
          <a:p>
            <a:pPr marL="342900" indent="-342900">
              <a:buAutoNum type="arabicPeriod" startAt="4"/>
            </a:pPr>
            <a:r>
              <a:rPr lang="ru-RU" dirty="0"/>
              <a:t>Есть 3 кнопки с округлыми краями.</a:t>
            </a:r>
            <a:endParaRPr lang="ru-BY" dirty="0"/>
          </a:p>
        </p:txBody>
      </p:sp>
      <p:pic>
        <p:nvPicPr>
          <p:cNvPr id="13" name="Рисунок 12" descr="Изображение выглядит как текст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2EF568-3B25-104F-1788-20027A46D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155" y="2105478"/>
            <a:ext cx="3123728" cy="43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86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2.</a:t>
            </a:r>
            <a:r>
              <a:rPr lang="ru-RU" strike="sngStrike" dirty="0"/>
              <a:t> Ии</a:t>
            </a:r>
            <a:r>
              <a:rPr lang="en-US" strike="sngStrike" dirty="0"/>
              <a:t> </a:t>
            </a:r>
            <a:endParaRPr lang="ru-BY" strike="sngStri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5. дизайн</a:t>
            </a:r>
            <a:endParaRPr lang="ru-BY" strike="sngStrik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24A10-E762-258E-CBFE-7A9F4AAE81E2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6. кнопки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324620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624A10-E762-258E-CBFE-7A9F4AAE81E2}"/>
              </a:ext>
            </a:extLst>
          </p:cNvPr>
          <p:cNvSpPr txBox="1"/>
          <p:nvPr/>
        </p:nvSpPr>
        <p:spPr>
          <a:xfrm>
            <a:off x="7906109" y="822937"/>
            <a:ext cx="40607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/>
              <a:t>6. кнопки</a:t>
            </a:r>
            <a:endParaRPr lang="ru-BY" sz="6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75402-EC0B-1802-06F1-365D5D41A33C}"/>
              </a:ext>
            </a:extLst>
          </p:cNvPr>
          <p:cNvSpPr txBox="1"/>
          <p:nvPr/>
        </p:nvSpPr>
        <p:spPr>
          <a:xfrm>
            <a:off x="491706" y="2608233"/>
            <a:ext cx="545373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Есть 3 кнопки:</a:t>
            </a:r>
          </a:p>
          <a:p>
            <a:pPr marL="342900" indent="-342900">
              <a:buAutoNum type="arabicPeriod"/>
            </a:pPr>
            <a:r>
              <a:rPr lang="ru-RU" sz="4000" dirty="0"/>
              <a:t>Старт</a:t>
            </a:r>
          </a:p>
          <a:p>
            <a:pPr marL="342900" indent="-342900">
              <a:buAutoNum type="arabicPeriod"/>
            </a:pPr>
            <a:r>
              <a:rPr lang="ru-RU" sz="4000" dirty="0"/>
              <a:t>Пауза/продолжить</a:t>
            </a:r>
          </a:p>
          <a:p>
            <a:pPr marL="342900" indent="-342900">
              <a:buAutoNum type="arabicPeriod"/>
            </a:pPr>
            <a:r>
              <a:rPr lang="ru-RU" sz="4000" dirty="0"/>
              <a:t>Сброс</a:t>
            </a:r>
          </a:p>
        </p:txBody>
      </p:sp>
      <p:pic>
        <p:nvPicPr>
          <p:cNvPr id="13" name="Рисунок 12" descr="Изображение выглядит как текст, логотип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3F11074-8EA1-5C84-6D3D-7A0980B77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74" y="2401199"/>
            <a:ext cx="6294720" cy="61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19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2-93B0-F2A5-034B-A2BAF959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879DE-2E69-B37D-8852-63F3931D8557}"/>
              </a:ext>
            </a:extLst>
          </p:cNvPr>
          <p:cNvSpPr txBox="1"/>
          <p:nvPr/>
        </p:nvSpPr>
        <p:spPr>
          <a:xfrm>
            <a:off x="685800" y="2163505"/>
            <a:ext cx="1871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trike="sngStrike" dirty="0"/>
              <a:t>1. </a:t>
            </a:r>
            <a:r>
              <a:rPr lang="ru-RU" sz="2000" strike="sngStrike" dirty="0"/>
              <a:t>Настройки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EBE8A-9817-7CE1-88DE-42085B27B62C}"/>
              </a:ext>
            </a:extLst>
          </p:cNvPr>
          <p:cNvSpPr txBox="1"/>
          <p:nvPr/>
        </p:nvSpPr>
        <p:spPr>
          <a:xfrm>
            <a:off x="685800" y="26705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2.</a:t>
            </a:r>
            <a:r>
              <a:rPr lang="ru-RU" strike="sngStrike" dirty="0"/>
              <a:t> Ии</a:t>
            </a:r>
            <a:r>
              <a:rPr lang="en-US" strike="sngStrike" dirty="0"/>
              <a:t> </a:t>
            </a:r>
            <a:endParaRPr lang="ru-BY" strike="sngStri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4331A-711B-8914-4269-28F17A0079F7}"/>
              </a:ext>
            </a:extLst>
          </p:cNvPr>
          <p:cNvSpPr txBox="1"/>
          <p:nvPr/>
        </p:nvSpPr>
        <p:spPr>
          <a:xfrm>
            <a:off x="685800" y="3146741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3. Подсчет очков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67BE9-1BE5-4D51-697A-E8A1272990FD}"/>
              </a:ext>
            </a:extLst>
          </p:cNvPr>
          <p:cNvSpPr txBox="1"/>
          <p:nvPr/>
        </p:nvSpPr>
        <p:spPr>
          <a:xfrm>
            <a:off x="685800" y="362297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4. Перемещение кубика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263AA-9869-DDC2-3F38-117502117BD3}"/>
              </a:ext>
            </a:extLst>
          </p:cNvPr>
          <p:cNvSpPr txBox="1"/>
          <p:nvPr/>
        </p:nvSpPr>
        <p:spPr>
          <a:xfrm>
            <a:off x="685800" y="409919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5. дизайн</a:t>
            </a:r>
            <a:endParaRPr lang="ru-BY" strike="sngStrik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24A10-E762-258E-CBFE-7A9F4AAE81E2}"/>
              </a:ext>
            </a:extLst>
          </p:cNvPr>
          <p:cNvSpPr txBox="1"/>
          <p:nvPr/>
        </p:nvSpPr>
        <p:spPr>
          <a:xfrm>
            <a:off x="685800" y="457542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trike="sngStrike" dirty="0"/>
              <a:t>6. кнопки</a:t>
            </a:r>
            <a:endParaRPr lang="ru-BY" strike="sngStrike" dirty="0"/>
          </a:p>
        </p:txBody>
      </p:sp>
    </p:spTree>
    <p:extLst>
      <p:ext uri="{BB962C8B-B14F-4D97-AF65-F5344CB8AC3E}">
        <p14:creationId xmlns:p14="http://schemas.microsoft.com/office/powerpoint/2010/main" val="1648288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D51518-AB0F-3960-6F5C-6B89891F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конец</a:t>
            </a:r>
            <a:endParaRPr lang="ru-BY" sz="60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E1587B4-4F7F-B71A-38E9-A90783610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200" dirty="0"/>
              <a:t>К сожалению на этом все. У меня простенькая игра «поймай квадрат» я сделал и модернизировал ее как смог. Но если есть интерес то можно поиграть в нее с друзьями и посоревноваться. </a:t>
            </a:r>
            <a:r>
              <a:rPr lang="ru-RU" sz="3200" b="1" dirty="0"/>
              <a:t>Главное иметь интерес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754247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60</TotalTime>
  <Words>333</Words>
  <Application>Microsoft Office PowerPoint</Application>
  <PresentationFormat>Широкоэкранный</PresentationFormat>
  <Paragraphs>75</Paragraphs>
  <Slides>15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След самолета</vt:lpstr>
      <vt:lpstr>Моя игра</vt:lpstr>
      <vt:lpstr>фишки</vt:lpstr>
      <vt:lpstr>Презентация PowerPoint</vt:lpstr>
      <vt:lpstr>фишки</vt:lpstr>
      <vt:lpstr>Презентация PowerPoint</vt:lpstr>
      <vt:lpstr>фишки</vt:lpstr>
      <vt:lpstr>Презентация PowerPoint</vt:lpstr>
      <vt:lpstr>фишки</vt:lpstr>
      <vt:lpstr>Презентация PowerPoint</vt:lpstr>
      <vt:lpstr>фишки</vt:lpstr>
      <vt:lpstr>Презентация PowerPoint</vt:lpstr>
      <vt:lpstr>фишки</vt:lpstr>
      <vt:lpstr>Презентация PowerPoint</vt:lpstr>
      <vt:lpstr>фишки</vt:lpstr>
      <vt:lpstr>конец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Михневич Михаил</dc:creator>
  <cp:lastModifiedBy>Михневич Михаил</cp:lastModifiedBy>
  <cp:revision>1</cp:revision>
  <dcterms:created xsi:type="dcterms:W3CDTF">2026-01-18T10:48:36Z</dcterms:created>
  <dcterms:modified xsi:type="dcterms:W3CDTF">2026-01-18T11:49:04Z</dcterms:modified>
</cp:coreProperties>
</file>